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Göğüs Röntgeninden Pnömoni Tespiti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2057400"/>
            <a:ext cx="5486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 Mimarilerinin ve Önişleme Tekniklerinin Karşılaştırmalı Analizi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Dersi Projesi  |  2025–2026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Problem Önemli?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700.000+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çocuk ölümü / yıl (UN IGME 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48840"/>
            <a:ext cx="54864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037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27157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günlük çocuk ölümü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383280"/>
            <a:ext cx="54864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381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39502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dünya görüntülemeye erişemiyor (WHO)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86868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Pnömoni, 5 yaş altı çocuklarda en ölümcül bulaşıcı hastalık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Yapay zeka teşhisi: erişimi olmayan bölgelerde hayat kurtarabilir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Kermany et al. 2018 (Cell): AUC 0.968 ile Inception-V3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CheXNet 2017: DenseNet-121 radyolog seviyesine ulaştı (F1=0.435)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Seti: Kaggle Chest X-Ray (Kermany 2018)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toplam görüntü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48840"/>
            <a:ext cx="54864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037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27157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/ 624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383280"/>
            <a:ext cx="54864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381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39502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yeni doğrulama seti (stratified %10)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86868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Pediatrik hastalar, 1–5 yaş, Guangzhou, Çin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Normal: 1.341 | Pneumonia: 3.875 (train)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Orijinal 16 görüntülük val istatistiksel yetersiz → yeniden bölündü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Sınıf dengesizliği %74 Pneumonia → F1 ve AUC zorunlu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Görüntüler 500–2538px → 224×224 resize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Deneysel Tasarım: 3 Model × 2 Önişleme = 6 Deney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04672"/>
            <a:ext cx="27432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Conv2D blok, ~13M param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Sıfırdan eğitim (Stephen 2019)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804672"/>
            <a:ext cx="27432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804672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46120" y="12618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ImageNet ön-eğitimli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epoch frozen + 5 epoch fine-tune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804672"/>
            <a:ext cx="27432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804672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12618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ImageNet ön-eğitimli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Residual connections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2743200" cy="2514600"/>
          </a:xfrm>
          <a:prstGeom prst="rect">
            <a:avLst/>
          </a:prstGeom>
          <a:solidFill>
            <a:srgbClr val="E8F4F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31720"/>
            <a:ext cx="2743200" cy="457200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Önişleme A — Minimal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86207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Resize 224×224, normalizasyon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Flip + Rotation + Zoom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331720"/>
            <a:ext cx="2743200" cy="2514600"/>
          </a:xfrm>
          <a:prstGeom prst="rect">
            <a:avLst/>
          </a:prstGeom>
          <a:solidFill>
            <a:srgbClr val="E8F4F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331720"/>
            <a:ext cx="2743200" cy="457200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Önişleme B — CLAHE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286207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uzayında lokal kontrast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clipLimit=2.0, tileGrid=(8,8)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331720"/>
            <a:ext cx="2743200" cy="2514600"/>
          </a:xfrm>
          <a:prstGeom prst="rect">
            <a:avLst/>
          </a:prstGeom>
          <a:solidFill>
            <a:srgbClr val="E8F4F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331720"/>
            <a:ext cx="2743200" cy="457200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2862072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 optimizer, EarlyStopping(patience=3)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ReduceLROnPlateau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Önişleme: Motivasyon ve Bulgular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Teorik Gerekçe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CLAHE: görüntüyü bloklara bölerek lokal kontrast artırır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X-ray'lerin düşük kontrastı için literatürde önerilir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Gamara et al. 2022 (IEEE): %50 → %78 doğruluk artışı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Piksel histogramı daha geniş ve dengeli dağılım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Çalışmadaki Bulgu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CLAHE 3 modelden 2'sinde F1 düşürdü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ΔF1: Custom CNN −0.031, VGG16 −0.009, ResNet50 +0.001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Negatif sonuç da bilimsel değer taşır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Medikal kalite X-ray'lerde ekstra kontrast gürültü ekleyebilir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Deney Test Sonuçları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585216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306324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051560"/>
                <a:gridCol w="1051560"/>
                <a:gridCol w="1051560"/>
                <a:gridCol w="96012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Önişleme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7673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En iyi model: VGG16 + Minimal (AUC 0.9756 ≈ Kermany 2018 baseline 0.968)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VGG16 Minimal — TP: 381 | FN: 9 | TN: 188 | FP: 46  →  390 pnömoniden yalnızca 9 kaçırıldı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Bulgular, Yorumlar ve Sınırlamalar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&amp; Yorumlar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VGG16 + Minimal en iyi: AUC 0.9756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 learning custom CNN'i tüm metriklerde geçti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ImageNet özellikleri medikal görüntüye başarıyla transfer oldu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 &gt;%95: klinik açıdan doğru trade-off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628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CLAHE bu veri setinde fayda sağlamadı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Sınırlamalar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40233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Yalnızca 1–5 yaş pediatrik veri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Yetişkin pnömonisine genelleşmez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GPU yokluğu → sınırlı epoch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Binary sınıflandırma (bakt./viral ayrımı yok)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Doğrulama seti orijinalde yalnızca 16 görüntü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 &amp; Sonuç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DenseNet-121 (CheXNet mimarisi)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3-sınıflı: Normal / Bakteriyel / Viral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Grad-CAM ile açıklanabilir yapay zeka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Ensemble: VGG16 + ResNet50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GPU ile daha uzun fine-tune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0E4F7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3258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VGG16 transfer learning, başlangıç seviyesi ekip için AUC 0.9756 ile güçlü bir baseline sunmaktadır.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240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42032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8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Kermany et al. 2018, Cell, DOI:10.1016/j.cell.2018.02.010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8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Stephen et al. 2019, J. Healthcare Eng., DOI:10.1155/2019/4180949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8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Rajpurkar et al. 2017, CheXNet, arXiv:1711.05225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8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Gamara et al. 2022, IEEE HNICEM, DOI:10.1109/HNICEM57413.2022.10109585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48234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Göğüs Röntgeninden Pnömoni Tespiti</dc:title>
  <dc:subject>PptxGenJS Presentation</dc:subject>
  <dc:creator>Derin Öğrenme Dersi</dc:creator>
  <cp:lastModifiedBy>Derin Öğrenme Dersi</cp:lastModifiedBy>
  <cp:revision>1</cp:revision>
  <dcterms:created xsi:type="dcterms:W3CDTF">2026-05-19T16:16:57Z</dcterms:created>
  <dcterms:modified xsi:type="dcterms:W3CDTF">2026-05-19T16:16:57Z</dcterms:modified>
</cp:coreProperties>
</file>